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운영 서버 접속 정보</a:t>
            </a:r>
          </a:p>
          <a:p>
            <a:r>
              <a:t>운영계 접속 키: api_key=ciOovtweauCxl9baeajfSOY3iCh2r7fcnV</a:t>
            </a:r>
          </a:p>
          <a:p>
            <a:r>
              <a:t>백업 자격증명: AKIAQCKMEJOQA4L6VGLY</a:t>
            </a:r>
          </a:p>
          <a:p>
            <a:r>
              <a:t>담당 신다은 bccedjfha73@daum.net.</a:t>
            </a:r>
          </a:p>
        </p:txBody>
      </p:sp>
    </p:spTree>
  </p:cSld>
</p:sld>
</file>