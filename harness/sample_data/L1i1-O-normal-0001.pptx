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/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분기 사업 현황 공개 보고</a:t>
            </a:r>
          </a:p>
          <a:p>
            <a:r>
              <a:t>당사는 이번 분기 매출이 전년 대비 안정적인 성장세를 보였습니다.</a:t>
            </a:r>
          </a:p>
          <a:p>
            <a:r>
              <a:t>신규 오픈소스 라이선스 가이드라인을 사내 위키에 공개했습니다.</a:t>
            </a:r>
          </a:p>
          <a:p>
            <a:r>
              <a:t>전 직원 대상 공개 세미나가 다음 주 대강당에서 진행됩니다.</a:t>
            </a:r>
          </a:p>
        </p:txBody>
      </p:sp>
    </p:spTree>
  </p:cSld>
</p:sld>
</file>