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/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교육 신청 안내</a:t>
            </a:r>
          </a:p>
          <a:p>
            <a:r>
              <a:t>교육 신청 안내 안내드립니다. 자세한 사항은 담당자에게 문의 바랍니다.</a:t>
            </a:r>
          </a:p>
          <a:p>
            <a:r>
              <a:t>담당자 권도윤, 연락처 010-2039-8414, 이메일 gwxuvo18@naver.com</a:t>
            </a:r>
          </a:p>
        </p:txBody>
      </p:sp>
    </p:spTree>
  </p:cSld>
</p:sld>
</file>